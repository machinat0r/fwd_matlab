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1" r:id="rId25"/>
    <p:sldId id="278" r:id="rId26"/>
    <p:sldId id="280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52" autoAdjust="0"/>
    <p:restoredTop sz="94699"/>
  </p:normalViewPr>
  <p:slideViewPr>
    <p:cSldViewPr snapToGrid="0">
      <p:cViewPr varScale="1">
        <p:scale>
          <a:sx n="164" d="100"/>
          <a:sy n="164" d="100"/>
        </p:scale>
        <p:origin x="10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9F798-9E39-409A-9825-392A41BD84F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2700A-873A-40C1-BB36-65C48D55AC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36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第一个系外</a:t>
            </a:r>
            <a:r>
              <a:rPr lang="en-US" altLang="zh-CN" dirty="0"/>
              <a:t>shock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2700A-873A-40C1-BB36-65C48D55AC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332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02700A-873A-40C1-BB36-65C48D55AC8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401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62E9A4-1236-9E4B-B53F-7400CC3D7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473BF0-2B48-0A0F-C371-8F46B6CC7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A452BB-3CF2-2F29-ED71-A81BAA59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D4168C-0509-2282-3083-6D1A5FE4F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2EC633-EC73-43F5-D1E9-8381F665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16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D3015-8EEF-256E-B635-0522EB56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28A63B-25EC-D901-C5CC-3F1158FE9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608409-56CD-6494-6BD3-F87240D5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054AA1-0907-92E7-0B00-DD00478E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62FCAE-8742-6E20-07E6-46A78E0B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90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FA35C-D360-8D3D-F3C4-8AC48BAFD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9026A6-D3BA-F1C8-556F-AE1E8FF46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DC3EF-C623-2049-881B-A46D71A66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E02FE0-22E0-C9B1-9F9C-9835900F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8B4373-CD69-C42E-0BA4-1B1FAEB9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49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522CD-FCB9-7763-04CE-5222B832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17F2A8-7C9E-7C16-6902-0349C26BED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8A41C8-E928-3746-47C2-BFE107344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2DE0077-6462-76A4-8B69-A1FEBADF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1F7F24-236F-8F6C-8935-E5D8A6073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9273E0-F23F-0BE3-E8F0-EE425C95F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17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45F8E-23CC-32FE-EF85-7AEF0D11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1193A2-56DC-1128-0429-50911EF24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4429A0-BF67-B11E-18BC-E459D51E4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600A16-A471-CCE4-BCA1-A88611C2A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95F960F-4360-B2C3-89D5-FCEC402C2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EE9445-F934-5F98-C457-6880B234D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EBBBE6-77AC-FBDE-A22B-F536EE6B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B54D84-59C8-C5D5-283E-AF7D35571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146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1623C-5542-3887-348F-1309E8FA1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36D0B8-46AB-2DA6-5F29-6DD30F3D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479CED-DD93-FF21-8351-7E30374F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98D78E-9B12-89BF-BEEA-E77A8BF76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6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32E310-9552-D217-589A-2F76C7980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0DC521-8BD6-3DBC-1250-DC96A89F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A69FFB-2B0F-587C-D1EB-96A382F9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617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526F6-5437-D113-19A7-AABDF7411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F14E17-6AD9-42D4-EE1A-D67C37AC7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DA69A0-F023-067A-AF51-8501A88BF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08E92A-53EE-70C3-A2F7-DCDFEA6AC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855D7B-AB4F-20C8-87F2-42B9621B9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8DB4AE-CDF1-F131-D750-992ACE54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06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68B33-CAE7-C186-3281-73A06098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195164-A328-6645-7787-1348AD196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44E005-CC6F-9667-AF4D-FAD129DB1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BA3D1F-D8A1-E28A-5EB8-67E95E85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CAD329-60CA-23A9-5DAA-C502DAE0F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CA7F5B-CF1D-1838-4C18-0990F250C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20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4084F-EA7B-C60E-A983-A9258422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F2A327-53AD-C4E7-D763-E9DE6EF73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0496FF-9177-606D-68C8-1C7ADA2DA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43E316-A53F-41ED-CFDD-929EE5D2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11E8DA-EC5A-DD1A-2767-7F399350E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29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8A749E-0495-945C-5BE1-DAC7C32810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9DDCE9-27FA-3970-8257-BA75112ED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941C52-F8AE-1A3F-2D01-1488AA37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7C5792-6978-F263-9540-E31ECBC1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8BC2A9-BA5B-14ED-E19E-6DC2366BB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56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ECAAC1-3DB6-7D73-6E4E-A7FFFE61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D4620D-6711-13B1-DAA0-9E1E6F99E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051499-F664-E921-F3D4-52539B491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7E56E-60F7-4986-9046-8FD97FF77EDB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D4D1B8-1290-02C1-66FF-984867E3E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B904A5-C897-B9E8-C372-F80E9B388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EDC1E-E04C-4604-ACFC-B0469DD8CF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89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A3D38E1-E4CC-7017-E4FC-B78D39890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27" y="346818"/>
            <a:ext cx="4860952" cy="6257182"/>
          </a:xfrm>
          <a:prstGeom prst="rect">
            <a:avLst/>
          </a:prstGeom>
        </p:spPr>
      </p:pic>
      <p:pic>
        <p:nvPicPr>
          <p:cNvPr id="1026" name="Picture 2" descr="Figure 1. Refer to the following caption and surrounding text.">
            <a:extLst>
              <a:ext uri="{FF2B5EF4-FFF2-40B4-BE49-F238E27FC236}">
                <a16:creationId xmlns:a16="http://schemas.microsoft.com/office/drawing/2014/main" id="{F06E4A74-A1D0-5753-FAA6-A5A115899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651" y="257175"/>
            <a:ext cx="5715000" cy="63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23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6DFB151-4B62-45AD-9727-8B2398E55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14" y="318051"/>
            <a:ext cx="4593565" cy="6365019"/>
          </a:xfrm>
          <a:prstGeom prst="rect">
            <a:avLst/>
          </a:prstGeom>
        </p:spPr>
      </p:pic>
      <p:pic>
        <p:nvPicPr>
          <p:cNvPr id="2050" name="Picture 2" descr="Figure 2. Refer to the following caption and surrounding text.">
            <a:extLst>
              <a:ext uri="{FF2B5EF4-FFF2-40B4-BE49-F238E27FC236}">
                <a16:creationId xmlns:a16="http://schemas.microsoft.com/office/drawing/2014/main" id="{6A8E5C7D-C930-E250-21D9-A58F2F8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816" y="1301884"/>
            <a:ext cx="6278383" cy="463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88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8223DDF-C4F5-95AE-E8C5-2ADAD2A90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990" y="0"/>
            <a:ext cx="9276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59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A42A2C9-461F-510D-B8B9-7E90B959E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522D9262-6F8E-400C-37DA-C13F9978553D}"/>
              </a:ext>
            </a:extLst>
          </p:cNvPr>
          <p:cNvSpPr/>
          <p:nvPr/>
        </p:nvSpPr>
        <p:spPr>
          <a:xfrm>
            <a:off x="4083801" y="333215"/>
            <a:ext cx="325465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4E59EB-521B-BB0A-095A-46AD79D1C7BE}"/>
              </a:ext>
            </a:extLst>
          </p:cNvPr>
          <p:cNvSpPr/>
          <p:nvPr/>
        </p:nvSpPr>
        <p:spPr>
          <a:xfrm>
            <a:off x="6052086" y="441703"/>
            <a:ext cx="325465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4843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4CAB4AD-5C4D-E28C-5AF7-C5F75C434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24EBE763-A345-AB2E-1D24-17E5B595BCBA}"/>
              </a:ext>
            </a:extLst>
          </p:cNvPr>
          <p:cNvSpPr/>
          <p:nvPr/>
        </p:nvSpPr>
        <p:spPr>
          <a:xfrm>
            <a:off x="3835828" y="333215"/>
            <a:ext cx="325465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142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3438801-3C16-F0B8-EC81-170482818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2E3A90BC-85D1-6033-0D46-8F11D5D151DA}"/>
              </a:ext>
            </a:extLst>
          </p:cNvPr>
          <p:cNvSpPr/>
          <p:nvPr/>
        </p:nvSpPr>
        <p:spPr>
          <a:xfrm>
            <a:off x="1983782" y="224726"/>
            <a:ext cx="325465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0110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B7B94FB-44EC-8403-C2CE-339F193A1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AE87E694-6D79-6997-D83B-2FDFC8D57040}"/>
              </a:ext>
            </a:extLst>
          </p:cNvPr>
          <p:cNvSpPr/>
          <p:nvPr/>
        </p:nvSpPr>
        <p:spPr>
          <a:xfrm>
            <a:off x="9043259" y="488197"/>
            <a:ext cx="325465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DE27EA8-1572-6E60-81AD-D2950E5A7E4A}"/>
              </a:ext>
            </a:extLst>
          </p:cNvPr>
          <p:cNvSpPr/>
          <p:nvPr/>
        </p:nvSpPr>
        <p:spPr>
          <a:xfrm>
            <a:off x="6827002" y="495946"/>
            <a:ext cx="325465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7870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F096C30-AE20-ABF8-5C17-095CDA653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41488331-235D-305A-B62B-6AF3A32247FB}"/>
              </a:ext>
            </a:extLst>
          </p:cNvPr>
          <p:cNvSpPr/>
          <p:nvPr/>
        </p:nvSpPr>
        <p:spPr>
          <a:xfrm>
            <a:off x="4014061" y="201479"/>
            <a:ext cx="658678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7121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4318396-99AB-34D0-DBA1-44381511E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40F2C4C5-49FF-7220-8E7E-775D6E7BE99D}"/>
              </a:ext>
            </a:extLst>
          </p:cNvPr>
          <p:cNvSpPr/>
          <p:nvPr/>
        </p:nvSpPr>
        <p:spPr>
          <a:xfrm>
            <a:off x="2247254" y="178231"/>
            <a:ext cx="565688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A5CB232-0D9B-5149-86EE-7E5D4918E561}"/>
              </a:ext>
            </a:extLst>
          </p:cNvPr>
          <p:cNvSpPr/>
          <p:nvPr/>
        </p:nvSpPr>
        <p:spPr>
          <a:xfrm>
            <a:off x="2905931" y="294468"/>
            <a:ext cx="154983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C42AD5D-09EA-C041-0244-820183AE317A}"/>
              </a:ext>
            </a:extLst>
          </p:cNvPr>
          <p:cNvSpPr/>
          <p:nvPr/>
        </p:nvSpPr>
        <p:spPr>
          <a:xfrm>
            <a:off x="8888277" y="348713"/>
            <a:ext cx="154983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591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2225643-2A71-9146-C2BF-2BAD3B15D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71F3E097-FBAC-C081-B19A-2A44BD4187AB}"/>
              </a:ext>
            </a:extLst>
          </p:cNvPr>
          <p:cNvSpPr/>
          <p:nvPr/>
        </p:nvSpPr>
        <p:spPr>
          <a:xfrm>
            <a:off x="3246893" y="240225"/>
            <a:ext cx="325465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6604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E032B90-6060-6BCA-71EE-8D7B0D302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AC5D6D5C-CF9B-D8B5-3BF3-A8257A362D12}"/>
              </a:ext>
            </a:extLst>
          </p:cNvPr>
          <p:cNvSpPr/>
          <p:nvPr/>
        </p:nvSpPr>
        <p:spPr>
          <a:xfrm>
            <a:off x="6168325" y="108488"/>
            <a:ext cx="325465" cy="3719593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E75989C-35E7-35CD-FC70-060CCFE70F79}"/>
              </a:ext>
            </a:extLst>
          </p:cNvPr>
          <p:cNvSpPr/>
          <p:nvPr/>
        </p:nvSpPr>
        <p:spPr>
          <a:xfrm>
            <a:off x="8880528" y="139485"/>
            <a:ext cx="325465" cy="37195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6705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F9024D4-2799-1A0D-B5AC-CAFB325D7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4" name="椭圆 3">
            <a:extLst>
              <a:ext uri="{FF2B5EF4-FFF2-40B4-BE49-F238E27FC236}">
                <a16:creationId xmlns:a16="http://schemas.microsoft.com/office/drawing/2014/main" id="{5604DE53-B367-44DC-2329-F36E0DF1E25D}"/>
              </a:ext>
            </a:extLst>
          </p:cNvPr>
          <p:cNvSpPr/>
          <p:nvPr/>
        </p:nvSpPr>
        <p:spPr>
          <a:xfrm>
            <a:off x="5114441" y="209228"/>
            <a:ext cx="286719" cy="516093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199E928-A364-E3C7-2878-BC96443F4FCB}"/>
              </a:ext>
            </a:extLst>
          </p:cNvPr>
          <p:cNvSpPr/>
          <p:nvPr/>
        </p:nvSpPr>
        <p:spPr>
          <a:xfrm>
            <a:off x="3316637" y="240225"/>
            <a:ext cx="286719" cy="51609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4290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A33E4CD-34F1-64BE-972B-9F8B20C17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1D43AB70-4F15-0AAD-7099-06D7C3FF6EBE}"/>
              </a:ext>
            </a:extLst>
          </p:cNvPr>
          <p:cNvSpPr/>
          <p:nvPr/>
        </p:nvSpPr>
        <p:spPr>
          <a:xfrm>
            <a:off x="2468104" y="271221"/>
            <a:ext cx="286719" cy="519193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262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C13E4DB-F9C4-474B-8B34-F89630C4D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048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48F8A59-3C7A-00B3-B65E-E81FCA1D6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14" y="0"/>
            <a:ext cx="9243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61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DA5599B-67C6-E849-8446-11806BB0C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81" y="0"/>
            <a:ext cx="9240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9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B3365F6-46B7-A0E5-2F6D-E8DA096FA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A39AC550-6D25-9252-04C5-A020A1A52CA0}"/>
              </a:ext>
            </a:extLst>
          </p:cNvPr>
          <p:cNvSpPr/>
          <p:nvPr/>
        </p:nvSpPr>
        <p:spPr>
          <a:xfrm>
            <a:off x="9097503" y="108490"/>
            <a:ext cx="325465" cy="5056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7979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EB0E4E3-2D53-C552-F512-1B3F7E08F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52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FDC69E8-DD16-9CC0-BE53-2DF224BE4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19" y="0"/>
            <a:ext cx="9273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34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AEDC630-341F-2EB3-9DB3-7D6EA58A8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306" y="0"/>
            <a:ext cx="8957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25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89E3E89-1EC4-97AB-1E55-F0F7411BD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14" y="0"/>
            <a:ext cx="9243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26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ACDE92E-FE7F-D47C-FE72-47FD9901C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81" y="0"/>
            <a:ext cx="9240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46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0BA7EB8-1B6F-3C36-2B07-E2FB1B904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14" y="0"/>
            <a:ext cx="9243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279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2EDE71B-8302-7841-FE9C-FEA50424F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0888"/>
            <a:ext cx="7772400" cy="643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13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851C622-7948-ACDA-1418-56875A2E6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82" y="795630"/>
            <a:ext cx="4040141" cy="193207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421C52F-109F-C5FD-0AD7-DA70F4B3C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5814" y="738022"/>
            <a:ext cx="6955925" cy="538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61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48FBA0C-8026-A79E-E1D4-C6BC5DF7CA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4" b="915"/>
          <a:stretch/>
        </p:blipFill>
        <p:spPr>
          <a:xfrm>
            <a:off x="2043595" y="309965"/>
            <a:ext cx="7772400" cy="623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0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7</Words>
  <Application>Microsoft Macintosh PowerPoint</Application>
  <PresentationFormat>宽屏</PresentationFormat>
  <Paragraphs>3</Paragraphs>
  <Slides>26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Wending Fu</dc:creator>
  <cp:lastModifiedBy>Wending Fu</cp:lastModifiedBy>
  <cp:revision>5</cp:revision>
  <dcterms:created xsi:type="dcterms:W3CDTF">2026-08-08T16:54:11Z</dcterms:created>
  <dcterms:modified xsi:type="dcterms:W3CDTF">2026-08-11T09:11:38Z</dcterms:modified>
</cp:coreProperties>
</file>